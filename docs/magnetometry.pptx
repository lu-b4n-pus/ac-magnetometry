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2" r:id="rId3"/>
    <p:sldId id="267" r:id="rId4"/>
    <p:sldId id="268" r:id="rId5"/>
    <p:sldId id="271" r:id="rId6"/>
    <p:sldId id="272" r:id="rId7"/>
    <p:sldId id="269" r:id="rId8"/>
    <p:sldId id="270" r:id="rId9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/>
    <p:restoredTop sz="94571"/>
  </p:normalViewPr>
  <p:slideViewPr>
    <p:cSldViewPr snapToGrid="0">
      <p:cViewPr varScale="1">
        <p:scale>
          <a:sx n="109" d="100"/>
          <a:sy n="109" d="100"/>
        </p:scale>
        <p:origin x="20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3989-D650-95F8-6C42-BA234CA44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931EE-2EA7-B27F-865B-AA284C4CF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EC4E8-7B3B-D1B5-962B-A36D6FB9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75B6F-2AD8-879B-A460-297FFFB6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3C6A4-36C9-8289-F859-54117F958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6127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C8143-7A61-4CE4-92A0-AC8E3AFA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879B-9E2F-4EF0-FA29-F1687D2E9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B0F75-ADE8-32C6-D864-6E519F48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2E2E7-B052-BE05-5604-450E34E3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B7EF-BEB1-9579-E7D5-1CAF3DD7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3404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8D96-F321-E0C2-2172-9C195DDD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07333-DBEF-D5EF-238E-CF62D614E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6AF9F-61CD-DC10-9DA7-3E04CD36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19E73-CF5F-851B-E56E-1DF2112FA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82A02-0ED4-E941-72CC-9B32F1F5C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90357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F85F-AE3C-D818-3FE7-65DA0CA1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D575C-C2D4-8801-CAE5-05448136D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1E5E1-FF23-77FA-4300-07F127C28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198BC-3E03-DD5C-8077-EDA89A82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70E4E-9993-6119-0A98-2ED0BD46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8EBF0-9EC4-E1A1-D858-B7C3553D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78595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80DA-F62A-34ED-D487-45341D3E4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48350-97B2-F028-A0FC-92A8320D3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703C5-3DB7-3997-EB16-5FE4A9F2A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3E34F-4D4F-F4C9-2789-877D1342D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EED1F6-46A5-C20F-33ED-4FF2A3A93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316FB0-EBFE-43C4-042A-2D0FF2F7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5687E-1C57-3BFA-CC12-445B2730C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F0D4A-5CCF-5A1C-D461-3E5161D9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05208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7EBAF-A5CA-6D72-7E6F-319CE432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5DF2A-D5E1-D82C-3EBF-A08F818EE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F1D59-E709-36FA-F513-21D7FB3D9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C7036-C3BB-82FA-AB9B-4BB192826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3698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D2F78-EC19-EECE-D892-3016AA2DD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5F3D4-B502-1D6A-CAE1-FFDD04FB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885DE-133E-99FE-53A8-F2346D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27741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4B4D0-31A2-DC28-E7C3-6695F559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40267-D705-CF80-5C2E-F44B0C1FF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C01F2-1DF2-A841-2F1F-C86E02568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A68DC-86E5-DF32-B241-C998CAAA1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24418-2D36-27D4-89F4-8CD9C9CB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0440B-BAF3-DBAA-205D-A3B4DBB7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93396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C6A4-656F-869C-DC41-2EA0396EE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4630EC-5172-368D-8043-94729AAA13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1EB9C-61A4-E65E-C64F-C6A48BFAD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47359-0934-EFB2-2B1E-27B48B04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5CBE1-1847-96B1-3864-55377169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D829A-E5D4-6A54-D0FD-D6D669BA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75460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D5A4A-365F-F13F-E9F3-E2F887540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C944E-2A76-9451-71EC-0BF4AD696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3DD8A-685B-39B8-11EA-6B5815F3A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E3179-E0C3-529A-2117-AFA5E1E1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5C38A-C7DC-9B34-72CD-52F54934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363745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8A476-1E75-9EF9-B2B6-3E96F6E921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60EE5-7774-1B13-D9C7-F79C31E24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E7028-F9C2-16D4-F3AC-3A78E3B3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96085-1DB7-75F7-BCC2-2B8435ED8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AF99A-AC62-B156-B30B-33B0587C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418467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9A9F1-3D5A-D86F-DF0E-1CA34B0E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66199-6215-8D31-2F56-8CE95C30A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83636-9ED8-95E9-9D49-B6DFC9368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E5B1-6936-794A-8F06-73F0C7D564DD}" type="datetimeFigureOut">
              <a:rPr lang="en-HU" smtClean="0"/>
              <a:t>2026. 08. 21.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B076E-C914-3916-8568-6F099C8F1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65B97-1D6C-5FDE-BCA0-A0909BCBF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F0030-24C3-C64C-BB7B-E129668D6186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45866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7349-6029-9059-633C-7702DB7A9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8F723-F5CB-7B23-706E-636F8156D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4531"/>
            <a:ext cx="9144000" cy="1110474"/>
          </a:xfrm>
        </p:spPr>
        <p:txBody>
          <a:bodyPr/>
          <a:lstStyle/>
          <a:p>
            <a:r>
              <a:rPr lang="en-HU" dirty="0">
                <a:latin typeface="Helvetica Light" panose="020B0403020202020204" pitchFamily="34" charset="0"/>
              </a:rPr>
              <a:t>AC Magnetometry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9975C-AD6F-1BA9-8211-7C6BC0D1B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3210"/>
            <a:ext cx="9144000" cy="555292"/>
          </a:xfrm>
        </p:spPr>
        <p:txBody>
          <a:bodyPr/>
          <a:lstStyle/>
          <a:p>
            <a:r>
              <a:rPr lang="en-HU" dirty="0"/>
              <a:t>Bendeguz Farkas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EE70486-E088-EB3D-DB5D-C484355EE454}"/>
              </a:ext>
            </a:extLst>
          </p:cNvPr>
          <p:cNvSpPr txBox="1">
            <a:spLocks/>
          </p:cNvSpPr>
          <p:nvPr/>
        </p:nvSpPr>
        <p:spPr>
          <a:xfrm>
            <a:off x="2039679" y="1899628"/>
            <a:ext cx="8628321" cy="2894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dirty="0">
                <a:solidFill>
                  <a:srgbClr val="0070C0"/>
                </a:solidFill>
                <a:latin typeface="Helvetica Light" panose="020B0403020202020204" pitchFamily="34" charset="0"/>
              </a:rPr>
              <a:t>10387 Scientific computing in quantum information science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7FE6BF-6A6C-FEBC-8869-80006B22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438" y="3436346"/>
            <a:ext cx="2767123" cy="276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0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2FD6-EF25-AA3F-4D2E-1F824276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0B900C9-9FFB-5674-C5D8-65F2228A1A84}"/>
              </a:ext>
            </a:extLst>
          </p:cNvPr>
          <p:cNvSpPr txBox="1">
            <a:spLocks/>
          </p:cNvSpPr>
          <p:nvPr/>
        </p:nvSpPr>
        <p:spPr>
          <a:xfrm>
            <a:off x="5259572" y="6506136"/>
            <a:ext cx="7276214" cy="28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sz="1400" dirty="0">
                <a:solidFill>
                  <a:srgbClr val="0070C0"/>
                </a:solidFill>
                <a:latin typeface="Helvetica" pitchFamily="2" charset="0"/>
              </a:rPr>
              <a:t>10387 Scientific computing in quantum information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8C12FD-BA2A-187D-4A5A-0EE537E6C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" y="6284270"/>
            <a:ext cx="791791" cy="7332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C61C985-645D-D6E5-FE00-61059E1D21B4}"/>
              </a:ext>
            </a:extLst>
          </p:cNvPr>
          <p:cNvCxnSpPr>
            <a:cxnSpLocks/>
          </p:cNvCxnSpPr>
          <p:nvPr/>
        </p:nvCxnSpPr>
        <p:spPr>
          <a:xfrm>
            <a:off x="0" y="6423781"/>
            <a:ext cx="12277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1DD7E647-6D4F-7770-FFB4-C0E45973C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884" y="307753"/>
            <a:ext cx="7772400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25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0FD90-DB3E-3B14-F58E-F578320B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901ABDBF-7CA5-C8D3-D70D-9334449688E0}"/>
              </a:ext>
            </a:extLst>
          </p:cNvPr>
          <p:cNvSpPr txBox="1">
            <a:spLocks/>
          </p:cNvSpPr>
          <p:nvPr/>
        </p:nvSpPr>
        <p:spPr>
          <a:xfrm>
            <a:off x="5259572" y="6506136"/>
            <a:ext cx="7276214" cy="28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sz="1400" dirty="0">
                <a:solidFill>
                  <a:srgbClr val="0070C0"/>
                </a:solidFill>
                <a:latin typeface="Helvetica" pitchFamily="2" charset="0"/>
              </a:rPr>
              <a:t>10387 Scientific computing in quantum information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D58864-EA8F-C433-0840-FC42C029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" y="6284270"/>
            <a:ext cx="791791" cy="7332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3895EB-10A2-62D2-4FF3-BB4DB8CD4C70}"/>
              </a:ext>
            </a:extLst>
          </p:cNvPr>
          <p:cNvCxnSpPr>
            <a:cxnSpLocks/>
          </p:cNvCxnSpPr>
          <p:nvPr/>
        </p:nvCxnSpPr>
        <p:spPr>
          <a:xfrm>
            <a:off x="0" y="6423781"/>
            <a:ext cx="12277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10BD110-A12B-56D9-0C18-F44FF349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27" y="77126"/>
            <a:ext cx="5011441" cy="62643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5C5DDB-FD72-8BFC-3551-90B54C512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009" y="434218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1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1FFC-A043-83F6-DFF2-A14494FF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6D7ABEB2-6537-BE12-2BA4-E5CA0BC33435}"/>
              </a:ext>
            </a:extLst>
          </p:cNvPr>
          <p:cNvSpPr txBox="1">
            <a:spLocks/>
          </p:cNvSpPr>
          <p:nvPr/>
        </p:nvSpPr>
        <p:spPr>
          <a:xfrm>
            <a:off x="5259572" y="6506136"/>
            <a:ext cx="7276214" cy="28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sz="1400" dirty="0">
                <a:solidFill>
                  <a:srgbClr val="0070C0"/>
                </a:solidFill>
                <a:latin typeface="Helvetica" pitchFamily="2" charset="0"/>
              </a:rPr>
              <a:t>10387 Scientific computing in quantum information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DABB74-1742-ADD2-BBCE-5E641EC13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" y="6284270"/>
            <a:ext cx="791791" cy="7332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571CFE-4911-0CA3-0110-BA2CEDA06DCE}"/>
              </a:ext>
            </a:extLst>
          </p:cNvPr>
          <p:cNvCxnSpPr>
            <a:cxnSpLocks/>
          </p:cNvCxnSpPr>
          <p:nvPr/>
        </p:nvCxnSpPr>
        <p:spPr>
          <a:xfrm>
            <a:off x="0" y="6423781"/>
            <a:ext cx="12277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9627345B-72B7-F564-91BB-5E910F9D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18" y="76982"/>
            <a:ext cx="9380024" cy="62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0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5E24-25DB-5974-308F-4674264D2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8C28A1A4-0DA2-AA0C-6D32-D99757EEE616}"/>
              </a:ext>
            </a:extLst>
          </p:cNvPr>
          <p:cNvSpPr txBox="1">
            <a:spLocks/>
          </p:cNvSpPr>
          <p:nvPr/>
        </p:nvSpPr>
        <p:spPr>
          <a:xfrm>
            <a:off x="5259572" y="6506136"/>
            <a:ext cx="7276214" cy="28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sz="1400" dirty="0">
                <a:solidFill>
                  <a:srgbClr val="0070C0"/>
                </a:solidFill>
                <a:latin typeface="Helvetica" pitchFamily="2" charset="0"/>
              </a:rPr>
              <a:t>10387 Scientific computing in quantum information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4A427C-0ECE-BB6B-E6E8-D87EC0342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" y="6284270"/>
            <a:ext cx="791791" cy="7332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26E6DD-CE18-2CD7-F38B-F5E63BAC730A}"/>
              </a:ext>
            </a:extLst>
          </p:cNvPr>
          <p:cNvCxnSpPr>
            <a:cxnSpLocks/>
          </p:cNvCxnSpPr>
          <p:nvPr/>
        </p:nvCxnSpPr>
        <p:spPr>
          <a:xfrm>
            <a:off x="0" y="6423781"/>
            <a:ext cx="12277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01973E6-0D98-8579-F124-E60FF80C1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45" y="100676"/>
            <a:ext cx="9380024" cy="625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65216-6864-70FA-A94F-0F77BFD8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BC9BD1D-7B00-AA23-6647-F2F2266D06E1}"/>
              </a:ext>
            </a:extLst>
          </p:cNvPr>
          <p:cNvSpPr txBox="1">
            <a:spLocks/>
          </p:cNvSpPr>
          <p:nvPr/>
        </p:nvSpPr>
        <p:spPr>
          <a:xfrm>
            <a:off x="5259572" y="6506136"/>
            <a:ext cx="7276214" cy="28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sz="1400" dirty="0">
                <a:solidFill>
                  <a:srgbClr val="0070C0"/>
                </a:solidFill>
                <a:latin typeface="Helvetica" pitchFamily="2" charset="0"/>
              </a:rPr>
              <a:t>10387 Scientific computing in quantum information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F57E6-46AD-C3B5-4FDF-47461454F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" y="6284270"/>
            <a:ext cx="791791" cy="7332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2D48B5-5FB5-CFD3-B084-27757490C9F4}"/>
              </a:ext>
            </a:extLst>
          </p:cNvPr>
          <p:cNvCxnSpPr>
            <a:cxnSpLocks/>
          </p:cNvCxnSpPr>
          <p:nvPr/>
        </p:nvCxnSpPr>
        <p:spPr>
          <a:xfrm>
            <a:off x="0" y="6423781"/>
            <a:ext cx="12277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E625267-AFFF-DD12-5ADE-1C92C9DE7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862" y="1"/>
            <a:ext cx="7672507" cy="63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6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13DE3-C1F6-8A46-DA9A-CD86002B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4A844ADE-7577-396E-FD06-85D238A1C90A}"/>
              </a:ext>
            </a:extLst>
          </p:cNvPr>
          <p:cNvSpPr txBox="1">
            <a:spLocks/>
          </p:cNvSpPr>
          <p:nvPr/>
        </p:nvSpPr>
        <p:spPr>
          <a:xfrm>
            <a:off x="5259572" y="6506136"/>
            <a:ext cx="7276214" cy="28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sz="1400" dirty="0">
                <a:solidFill>
                  <a:srgbClr val="0070C0"/>
                </a:solidFill>
                <a:latin typeface="Helvetica" pitchFamily="2" charset="0"/>
              </a:rPr>
              <a:t>10387 Scientific computing in quantum information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1EA12C-71B1-541F-3262-6874C119A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" y="6284270"/>
            <a:ext cx="791791" cy="7332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C035E4-0B66-10EC-0703-DF3157FE98AC}"/>
              </a:ext>
            </a:extLst>
          </p:cNvPr>
          <p:cNvCxnSpPr>
            <a:cxnSpLocks/>
          </p:cNvCxnSpPr>
          <p:nvPr/>
        </p:nvCxnSpPr>
        <p:spPr>
          <a:xfrm>
            <a:off x="0" y="6423781"/>
            <a:ext cx="12277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1C78AFC-CD84-87C5-76F3-314F35F6C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392" y="178926"/>
            <a:ext cx="9030427" cy="602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89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99AB-DDB9-B216-66FA-346F50B4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F238161E-1404-518C-BDAE-3D3B40BA12BD}"/>
              </a:ext>
            </a:extLst>
          </p:cNvPr>
          <p:cNvSpPr txBox="1">
            <a:spLocks/>
          </p:cNvSpPr>
          <p:nvPr/>
        </p:nvSpPr>
        <p:spPr>
          <a:xfrm>
            <a:off x="5727404" y="6506136"/>
            <a:ext cx="7276214" cy="289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U" sz="1400" dirty="0">
                <a:latin typeface="Helvetica" pitchFamily="2" charset="0"/>
              </a:rPr>
              <a:t>10387 Scientific computing in quantum information science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9B863-B137-A2F9-E36E-B0AEE8E3E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27" y="6284270"/>
            <a:ext cx="791791" cy="73321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2B1E98-B96D-11D5-C545-53F6AE724EA4}"/>
              </a:ext>
            </a:extLst>
          </p:cNvPr>
          <p:cNvCxnSpPr>
            <a:cxnSpLocks/>
          </p:cNvCxnSpPr>
          <p:nvPr/>
        </p:nvCxnSpPr>
        <p:spPr>
          <a:xfrm>
            <a:off x="0" y="6423781"/>
            <a:ext cx="122770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168D947-4E55-10E9-35BC-F7075CE0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363" y="1012524"/>
            <a:ext cx="2297962" cy="21858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D504C0-7108-DCBD-B3BC-B90CB1261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106" y="919666"/>
            <a:ext cx="5181168" cy="134156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431F6E5A-309F-127E-9711-14B7FC4E47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4313" y="4038653"/>
            <a:ext cx="1653021" cy="16680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43E789-960E-DFCD-DCE0-527EEE1A93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798" y="3897307"/>
            <a:ext cx="5905785" cy="13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64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60</Words>
  <Application>Microsoft Macintosh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Helvetica</vt:lpstr>
      <vt:lpstr>Helvetica Light</vt:lpstr>
      <vt:lpstr>Office Theme</vt:lpstr>
      <vt:lpstr>AC Magnetometry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Bendegúz Farkas</dc:creator>
  <cp:lastModifiedBy>Bendegúz Farkas</cp:lastModifiedBy>
  <cp:revision>6</cp:revision>
  <dcterms:created xsi:type="dcterms:W3CDTF">2026-08-20T07:07:17Z</dcterms:created>
  <dcterms:modified xsi:type="dcterms:W3CDTF">2026-08-21T08:57:17Z</dcterms:modified>
</cp:coreProperties>
</file>